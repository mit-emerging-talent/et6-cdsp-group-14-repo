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8" r:id="rId4"/>
    <p:sldId id="257" r:id="rId5"/>
    <p:sldId id="260" r:id="rId6"/>
    <p:sldId id="259" r:id="rId7"/>
    <p:sldId id="261" r:id="rId8"/>
    <p:sldId id="263" r:id="rId9"/>
    <p:sldId id="262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U4QhzXa7p6PAruxzDhWsjlO28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1F63B8-C9AE-4278-A935-C011F31A41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80AA84-27D3-4A69-8E08-ED68701559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Contents</a:t>
          </a:r>
          <a:endParaRPr lang="en-US" dirty="0"/>
        </a:p>
      </dgm:t>
    </dgm:pt>
    <dgm:pt modelId="{42C1F393-9F30-4E78-AFAB-588A76CC7100}" type="parTrans" cxnId="{55063189-34D2-4CE8-9AD9-ED5213E12A60}">
      <dgm:prSet/>
      <dgm:spPr/>
      <dgm:t>
        <a:bodyPr/>
        <a:lstStyle/>
        <a:p>
          <a:endParaRPr lang="en-US"/>
        </a:p>
      </dgm:t>
    </dgm:pt>
    <dgm:pt modelId="{085D4674-50FD-4F84-961B-1216EFD3412A}" type="sibTrans" cxnId="{55063189-34D2-4CE8-9AD9-ED5213E12A60}">
      <dgm:prSet/>
      <dgm:spPr/>
      <dgm:t>
        <a:bodyPr/>
        <a:lstStyle/>
        <a:p>
          <a:endParaRPr lang="en-US"/>
        </a:p>
      </dgm:t>
    </dgm:pt>
    <dgm:pt modelId="{EB82B03F-C850-4B45-AB74-3EF95FEBCD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Email Bulletins</a:t>
          </a:r>
          <a:endParaRPr lang="en-US"/>
        </a:p>
      </dgm:t>
    </dgm:pt>
    <dgm:pt modelId="{A7AD2AFD-AC90-4C4E-B025-65DD2FEC5FF7}" type="parTrans" cxnId="{A1C5E545-EAED-4048-A89C-D42F9F3D2614}">
      <dgm:prSet/>
      <dgm:spPr/>
      <dgm:t>
        <a:bodyPr/>
        <a:lstStyle/>
        <a:p>
          <a:endParaRPr lang="en-US"/>
        </a:p>
      </dgm:t>
    </dgm:pt>
    <dgm:pt modelId="{B012D873-0D71-4B1F-850E-411D415C56C2}" type="sibTrans" cxnId="{A1C5E545-EAED-4048-A89C-D42F9F3D2614}">
      <dgm:prSet/>
      <dgm:spPr/>
      <dgm:t>
        <a:bodyPr/>
        <a:lstStyle/>
        <a:p>
          <a:endParaRPr lang="en-US"/>
        </a:p>
      </dgm:t>
    </dgm:pt>
    <dgm:pt modelId="{80685C86-3C41-4539-A085-9C781B70E1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Infographics</a:t>
          </a:r>
          <a:endParaRPr lang="en-US"/>
        </a:p>
      </dgm:t>
    </dgm:pt>
    <dgm:pt modelId="{2DBA52C1-45CD-411B-B596-8366DB90C467}" type="parTrans" cxnId="{6D0495A2-1F3E-4206-88D0-EB7A444F39BD}">
      <dgm:prSet/>
      <dgm:spPr/>
      <dgm:t>
        <a:bodyPr/>
        <a:lstStyle/>
        <a:p>
          <a:endParaRPr lang="en-US"/>
        </a:p>
      </dgm:t>
    </dgm:pt>
    <dgm:pt modelId="{D4914CFF-32FE-455C-B7B5-C8839BC5A840}" type="sibTrans" cxnId="{6D0495A2-1F3E-4206-88D0-EB7A444F39BD}">
      <dgm:prSet/>
      <dgm:spPr/>
      <dgm:t>
        <a:bodyPr/>
        <a:lstStyle/>
        <a:p>
          <a:endParaRPr lang="en-US"/>
        </a:p>
      </dgm:t>
    </dgm:pt>
    <dgm:pt modelId="{810B9BC1-E1CE-4D24-AF0E-F59410B044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Intranet Pop-Ups</a:t>
          </a:r>
          <a:endParaRPr lang="en-US"/>
        </a:p>
      </dgm:t>
    </dgm:pt>
    <dgm:pt modelId="{65234E7B-5B6F-4C10-9B09-9A5D81408F3D}" type="parTrans" cxnId="{1D73BF75-CF41-4BF0-AC1E-5A8C29C8A0F8}">
      <dgm:prSet/>
      <dgm:spPr/>
      <dgm:t>
        <a:bodyPr/>
        <a:lstStyle/>
        <a:p>
          <a:endParaRPr lang="en-US"/>
        </a:p>
      </dgm:t>
    </dgm:pt>
    <dgm:pt modelId="{374FC825-0DFB-4FE2-ADC1-E64CFBF76B3A}" type="sibTrans" cxnId="{1D73BF75-CF41-4BF0-AC1E-5A8C29C8A0F8}">
      <dgm:prSet/>
      <dgm:spPr/>
      <dgm:t>
        <a:bodyPr/>
        <a:lstStyle/>
        <a:p>
          <a:endParaRPr lang="en-US"/>
        </a:p>
      </dgm:t>
    </dgm:pt>
    <dgm:pt modelId="{D752303C-6CDF-4718-993E-3561D94F14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Chatbot Quizzes</a:t>
          </a:r>
          <a:endParaRPr lang="en-US"/>
        </a:p>
      </dgm:t>
    </dgm:pt>
    <dgm:pt modelId="{6F8BD7BE-D5F6-4B2D-9F6C-B8488CA14ACC}" type="parTrans" cxnId="{51C6B21D-1481-4F10-B9EF-B47C9B42E82E}">
      <dgm:prSet/>
      <dgm:spPr/>
      <dgm:t>
        <a:bodyPr/>
        <a:lstStyle/>
        <a:p>
          <a:endParaRPr lang="en-US"/>
        </a:p>
      </dgm:t>
    </dgm:pt>
    <dgm:pt modelId="{E701F40C-53B5-4A91-B228-4545BE709CC2}" type="sibTrans" cxnId="{51C6B21D-1481-4F10-B9EF-B47C9B42E82E}">
      <dgm:prSet/>
      <dgm:spPr/>
      <dgm:t>
        <a:bodyPr/>
        <a:lstStyle/>
        <a:p>
          <a:endParaRPr lang="en-US"/>
        </a:p>
      </dgm:t>
    </dgm:pt>
    <dgm:pt modelId="{EE6C5CBC-CB99-4FB0-9C2F-F5934C1A0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Lunch 'n' Learn Materials</a:t>
          </a:r>
          <a:endParaRPr lang="en-US"/>
        </a:p>
      </dgm:t>
    </dgm:pt>
    <dgm:pt modelId="{6C95603F-D127-44EA-BDE5-CEB65FAF3667}" type="parTrans" cxnId="{D22D2CE4-E7A6-4A01-B000-0FA6BFEEF6AA}">
      <dgm:prSet/>
      <dgm:spPr/>
      <dgm:t>
        <a:bodyPr/>
        <a:lstStyle/>
        <a:p>
          <a:endParaRPr lang="en-US"/>
        </a:p>
      </dgm:t>
    </dgm:pt>
    <dgm:pt modelId="{55AC024E-4BFC-4E7E-8D92-DE775E9D7139}" type="sibTrans" cxnId="{D22D2CE4-E7A6-4A01-B000-0FA6BFEEF6AA}">
      <dgm:prSet/>
      <dgm:spPr/>
      <dgm:t>
        <a:bodyPr/>
        <a:lstStyle/>
        <a:p>
          <a:endParaRPr lang="en-US"/>
        </a:p>
      </dgm:t>
    </dgm:pt>
    <dgm:pt modelId="{3BC3B495-7557-4436-93F6-89B03AE150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- Office Posters</a:t>
          </a:r>
          <a:endParaRPr lang="en-US"/>
        </a:p>
      </dgm:t>
    </dgm:pt>
    <dgm:pt modelId="{E59BC531-91B4-4659-930C-4BC7B0436DF5}" type="parTrans" cxnId="{00267B7E-ABC6-4036-8131-3594D5B9D4FF}">
      <dgm:prSet/>
      <dgm:spPr/>
      <dgm:t>
        <a:bodyPr/>
        <a:lstStyle/>
        <a:p>
          <a:endParaRPr lang="en-US"/>
        </a:p>
      </dgm:t>
    </dgm:pt>
    <dgm:pt modelId="{D7E3E825-7BCC-46E8-9CD4-2C0B2547CC9E}" type="sibTrans" cxnId="{00267B7E-ABC6-4036-8131-3594D5B9D4FF}">
      <dgm:prSet/>
      <dgm:spPr/>
      <dgm:t>
        <a:bodyPr/>
        <a:lstStyle/>
        <a:p>
          <a:endParaRPr lang="en-US"/>
        </a:p>
      </dgm:t>
    </dgm:pt>
    <dgm:pt modelId="{7EEEC422-F8AA-41D4-BF45-6304CBFB1DAC}" type="pres">
      <dgm:prSet presAssocID="{921F63B8-C9AE-4278-A935-C011F31A41DE}" presName="root" presStyleCnt="0">
        <dgm:presLayoutVars>
          <dgm:dir/>
          <dgm:resizeHandles val="exact"/>
        </dgm:presLayoutVars>
      </dgm:prSet>
      <dgm:spPr/>
    </dgm:pt>
    <dgm:pt modelId="{3B1D501C-2D7B-45AC-A435-CD26F1C6A0D0}" type="pres">
      <dgm:prSet presAssocID="{0280AA84-27D3-4A69-8E08-ED68701559C0}" presName="compNode" presStyleCnt="0"/>
      <dgm:spPr/>
    </dgm:pt>
    <dgm:pt modelId="{7B00086D-57DE-4CB1-A653-D2525374BEC4}" type="pres">
      <dgm:prSet presAssocID="{0280AA84-27D3-4A69-8E08-ED68701559C0}" presName="bgRect" presStyleLbl="bgShp" presStyleIdx="0" presStyleCnt="7"/>
      <dgm:spPr/>
    </dgm:pt>
    <dgm:pt modelId="{BD91B1EC-C801-456E-8574-CF8E409BE6B4}" type="pres">
      <dgm:prSet presAssocID="{0280AA84-27D3-4A69-8E08-ED68701559C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EBB60345-045B-45BB-BD7A-680DD3DDA30E}" type="pres">
      <dgm:prSet presAssocID="{0280AA84-27D3-4A69-8E08-ED68701559C0}" presName="spaceRect" presStyleCnt="0"/>
      <dgm:spPr/>
    </dgm:pt>
    <dgm:pt modelId="{293C4129-C0A8-4543-818F-060475830ABF}" type="pres">
      <dgm:prSet presAssocID="{0280AA84-27D3-4A69-8E08-ED68701559C0}" presName="parTx" presStyleLbl="revTx" presStyleIdx="0" presStyleCnt="7">
        <dgm:presLayoutVars>
          <dgm:chMax val="0"/>
          <dgm:chPref val="0"/>
        </dgm:presLayoutVars>
      </dgm:prSet>
      <dgm:spPr/>
    </dgm:pt>
    <dgm:pt modelId="{DEE0BD5C-5ED1-46B3-B993-3E45FBB997DC}" type="pres">
      <dgm:prSet presAssocID="{085D4674-50FD-4F84-961B-1216EFD3412A}" presName="sibTrans" presStyleCnt="0"/>
      <dgm:spPr/>
    </dgm:pt>
    <dgm:pt modelId="{3DC377A8-B7CA-4CA7-9F53-BDD98620D6CA}" type="pres">
      <dgm:prSet presAssocID="{EB82B03F-C850-4B45-AB74-3EF95FEBCDA8}" presName="compNode" presStyleCnt="0"/>
      <dgm:spPr/>
    </dgm:pt>
    <dgm:pt modelId="{722E5035-9C06-4F28-80A5-123CD201BB2D}" type="pres">
      <dgm:prSet presAssocID="{EB82B03F-C850-4B45-AB74-3EF95FEBCDA8}" presName="bgRect" presStyleLbl="bgShp" presStyleIdx="1" presStyleCnt="7"/>
      <dgm:spPr/>
    </dgm:pt>
    <dgm:pt modelId="{ACE380F0-2B30-4C5B-B24D-F8B39874E1DF}" type="pres">
      <dgm:prSet presAssocID="{EB82B03F-C850-4B45-AB74-3EF95FEBCDA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AEF548DB-17A5-4536-B552-A71C65AA4F05}" type="pres">
      <dgm:prSet presAssocID="{EB82B03F-C850-4B45-AB74-3EF95FEBCDA8}" presName="spaceRect" presStyleCnt="0"/>
      <dgm:spPr/>
    </dgm:pt>
    <dgm:pt modelId="{2710EBE7-2754-4820-8BF6-FAB784DD1B28}" type="pres">
      <dgm:prSet presAssocID="{EB82B03F-C850-4B45-AB74-3EF95FEBCDA8}" presName="parTx" presStyleLbl="revTx" presStyleIdx="1" presStyleCnt="7">
        <dgm:presLayoutVars>
          <dgm:chMax val="0"/>
          <dgm:chPref val="0"/>
        </dgm:presLayoutVars>
      </dgm:prSet>
      <dgm:spPr/>
    </dgm:pt>
    <dgm:pt modelId="{87D5A26F-A70D-4E34-B7CC-4592AC709B58}" type="pres">
      <dgm:prSet presAssocID="{B012D873-0D71-4B1F-850E-411D415C56C2}" presName="sibTrans" presStyleCnt="0"/>
      <dgm:spPr/>
    </dgm:pt>
    <dgm:pt modelId="{40714945-3D29-4102-88BC-DAB030D4C6FC}" type="pres">
      <dgm:prSet presAssocID="{80685C86-3C41-4539-A085-9C781B70E10B}" presName="compNode" presStyleCnt="0"/>
      <dgm:spPr/>
    </dgm:pt>
    <dgm:pt modelId="{2FBA3B2C-8F1D-4566-A1D1-871491CFB7A1}" type="pres">
      <dgm:prSet presAssocID="{80685C86-3C41-4539-A085-9C781B70E10B}" presName="bgRect" presStyleLbl="bgShp" presStyleIdx="2" presStyleCnt="7"/>
      <dgm:spPr/>
    </dgm:pt>
    <dgm:pt modelId="{674E35C3-02CA-42DF-B23C-A100C6A186D9}" type="pres">
      <dgm:prSet presAssocID="{80685C86-3C41-4539-A085-9C781B70E10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EBC3E5BA-F98E-4DE2-8B0B-545D7971FD2E}" type="pres">
      <dgm:prSet presAssocID="{80685C86-3C41-4539-A085-9C781B70E10B}" presName="spaceRect" presStyleCnt="0"/>
      <dgm:spPr/>
    </dgm:pt>
    <dgm:pt modelId="{F6DD26E5-2523-48C6-9F75-45353A740342}" type="pres">
      <dgm:prSet presAssocID="{80685C86-3C41-4539-A085-9C781B70E10B}" presName="parTx" presStyleLbl="revTx" presStyleIdx="2" presStyleCnt="7">
        <dgm:presLayoutVars>
          <dgm:chMax val="0"/>
          <dgm:chPref val="0"/>
        </dgm:presLayoutVars>
      </dgm:prSet>
      <dgm:spPr/>
    </dgm:pt>
    <dgm:pt modelId="{2A35BBB2-B621-443C-BB40-9C5210335DA9}" type="pres">
      <dgm:prSet presAssocID="{D4914CFF-32FE-455C-B7B5-C8839BC5A840}" presName="sibTrans" presStyleCnt="0"/>
      <dgm:spPr/>
    </dgm:pt>
    <dgm:pt modelId="{FC6B5B78-C657-4E43-A072-8B4C7C08F4B3}" type="pres">
      <dgm:prSet presAssocID="{810B9BC1-E1CE-4D24-AF0E-F59410B04457}" presName="compNode" presStyleCnt="0"/>
      <dgm:spPr/>
    </dgm:pt>
    <dgm:pt modelId="{D86F6A74-9DAF-4A7A-B963-7D1D133A5085}" type="pres">
      <dgm:prSet presAssocID="{810B9BC1-E1CE-4D24-AF0E-F59410B04457}" presName="bgRect" presStyleLbl="bgShp" presStyleIdx="3" presStyleCnt="7"/>
      <dgm:spPr/>
    </dgm:pt>
    <dgm:pt modelId="{29000D60-10B7-4B4F-B762-1DCADD535A9C}" type="pres">
      <dgm:prSet presAssocID="{810B9BC1-E1CE-4D24-AF0E-F59410B0445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744ED6A-B788-4D2E-9B4C-9C954C924BDD}" type="pres">
      <dgm:prSet presAssocID="{810B9BC1-E1CE-4D24-AF0E-F59410B04457}" presName="spaceRect" presStyleCnt="0"/>
      <dgm:spPr/>
    </dgm:pt>
    <dgm:pt modelId="{5F0B71CE-FAB9-4DD1-B018-AC3CBAA836EE}" type="pres">
      <dgm:prSet presAssocID="{810B9BC1-E1CE-4D24-AF0E-F59410B04457}" presName="parTx" presStyleLbl="revTx" presStyleIdx="3" presStyleCnt="7">
        <dgm:presLayoutVars>
          <dgm:chMax val="0"/>
          <dgm:chPref val="0"/>
        </dgm:presLayoutVars>
      </dgm:prSet>
      <dgm:spPr/>
    </dgm:pt>
    <dgm:pt modelId="{17EE73A1-45F6-45C3-B382-14AE2927ADE5}" type="pres">
      <dgm:prSet presAssocID="{374FC825-0DFB-4FE2-ADC1-E64CFBF76B3A}" presName="sibTrans" presStyleCnt="0"/>
      <dgm:spPr/>
    </dgm:pt>
    <dgm:pt modelId="{2273A8B9-BC2E-4E7D-A385-E090670AA0D1}" type="pres">
      <dgm:prSet presAssocID="{D752303C-6CDF-4718-993E-3561D94F1420}" presName="compNode" presStyleCnt="0"/>
      <dgm:spPr/>
    </dgm:pt>
    <dgm:pt modelId="{2BC92EF3-8E55-46AC-8FC7-D991D62DF2AC}" type="pres">
      <dgm:prSet presAssocID="{D752303C-6CDF-4718-993E-3561D94F1420}" presName="bgRect" presStyleLbl="bgShp" presStyleIdx="4" presStyleCnt="7"/>
      <dgm:spPr/>
    </dgm:pt>
    <dgm:pt modelId="{CE7FA025-9137-41BD-8FBB-8BE0D520F17C}" type="pres">
      <dgm:prSet presAssocID="{D752303C-6CDF-4718-993E-3561D94F142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0ED1500-045B-4C06-A846-37D83AD597E6}" type="pres">
      <dgm:prSet presAssocID="{D752303C-6CDF-4718-993E-3561D94F1420}" presName="spaceRect" presStyleCnt="0"/>
      <dgm:spPr/>
    </dgm:pt>
    <dgm:pt modelId="{FDD71DCD-B440-4E32-A757-C671753B7FF4}" type="pres">
      <dgm:prSet presAssocID="{D752303C-6CDF-4718-993E-3561D94F1420}" presName="parTx" presStyleLbl="revTx" presStyleIdx="4" presStyleCnt="7">
        <dgm:presLayoutVars>
          <dgm:chMax val="0"/>
          <dgm:chPref val="0"/>
        </dgm:presLayoutVars>
      </dgm:prSet>
      <dgm:spPr/>
    </dgm:pt>
    <dgm:pt modelId="{3BC732FA-688C-411F-B192-49F953874B7C}" type="pres">
      <dgm:prSet presAssocID="{E701F40C-53B5-4A91-B228-4545BE709CC2}" presName="sibTrans" presStyleCnt="0"/>
      <dgm:spPr/>
    </dgm:pt>
    <dgm:pt modelId="{404646A1-A453-4627-81FC-D3E43543329A}" type="pres">
      <dgm:prSet presAssocID="{EE6C5CBC-CB99-4FB0-9C2F-F5934C1A0D59}" presName="compNode" presStyleCnt="0"/>
      <dgm:spPr/>
    </dgm:pt>
    <dgm:pt modelId="{A455E359-2DCF-4549-AD91-CEEB7A27F08C}" type="pres">
      <dgm:prSet presAssocID="{EE6C5CBC-CB99-4FB0-9C2F-F5934C1A0D59}" presName="bgRect" presStyleLbl="bgShp" presStyleIdx="5" presStyleCnt="7"/>
      <dgm:spPr/>
    </dgm:pt>
    <dgm:pt modelId="{62A542EF-E16D-4D04-A38B-12A4731C4DC9}" type="pres">
      <dgm:prSet presAssocID="{EE6C5CBC-CB99-4FB0-9C2F-F5934C1A0D5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B8988B95-9A50-412F-BF6C-5A8342B9AF83}" type="pres">
      <dgm:prSet presAssocID="{EE6C5CBC-CB99-4FB0-9C2F-F5934C1A0D59}" presName="spaceRect" presStyleCnt="0"/>
      <dgm:spPr/>
    </dgm:pt>
    <dgm:pt modelId="{83D008FD-5556-4EAC-8220-B41B0DDA0E59}" type="pres">
      <dgm:prSet presAssocID="{EE6C5CBC-CB99-4FB0-9C2F-F5934C1A0D59}" presName="parTx" presStyleLbl="revTx" presStyleIdx="5" presStyleCnt="7">
        <dgm:presLayoutVars>
          <dgm:chMax val="0"/>
          <dgm:chPref val="0"/>
        </dgm:presLayoutVars>
      </dgm:prSet>
      <dgm:spPr/>
    </dgm:pt>
    <dgm:pt modelId="{39855ABB-96E1-486B-BD26-A4558C8117CB}" type="pres">
      <dgm:prSet presAssocID="{55AC024E-4BFC-4E7E-8D92-DE775E9D7139}" presName="sibTrans" presStyleCnt="0"/>
      <dgm:spPr/>
    </dgm:pt>
    <dgm:pt modelId="{D5F04833-F879-4156-B2B2-EA901F1642CB}" type="pres">
      <dgm:prSet presAssocID="{3BC3B495-7557-4436-93F6-89B03AE15028}" presName="compNode" presStyleCnt="0"/>
      <dgm:spPr/>
    </dgm:pt>
    <dgm:pt modelId="{9BD635AE-C1F7-4AE8-B640-25CCBF1BC370}" type="pres">
      <dgm:prSet presAssocID="{3BC3B495-7557-4436-93F6-89B03AE15028}" presName="bgRect" presStyleLbl="bgShp" presStyleIdx="6" presStyleCnt="7"/>
      <dgm:spPr/>
    </dgm:pt>
    <dgm:pt modelId="{0D6D3186-14AC-45FA-8A8B-630E29E12086}" type="pres">
      <dgm:prSet presAssocID="{3BC3B495-7557-4436-93F6-89B03AE1502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239B1A80-5DE8-4DAE-A878-D66089B63291}" type="pres">
      <dgm:prSet presAssocID="{3BC3B495-7557-4436-93F6-89B03AE15028}" presName="spaceRect" presStyleCnt="0"/>
      <dgm:spPr/>
    </dgm:pt>
    <dgm:pt modelId="{5E30B638-D988-4E5E-B2D5-4BDF8266F415}" type="pres">
      <dgm:prSet presAssocID="{3BC3B495-7557-4436-93F6-89B03AE1502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0CFB7712-C723-4789-8A06-2BF99ED8D679}" type="presOf" srcId="{D752303C-6CDF-4718-993E-3561D94F1420}" destId="{FDD71DCD-B440-4E32-A757-C671753B7FF4}" srcOrd="0" destOrd="0" presId="urn:microsoft.com/office/officeart/2018/2/layout/IconVerticalSolidList"/>
    <dgm:cxn modelId="{51C6B21D-1481-4F10-B9EF-B47C9B42E82E}" srcId="{921F63B8-C9AE-4278-A935-C011F31A41DE}" destId="{D752303C-6CDF-4718-993E-3561D94F1420}" srcOrd="4" destOrd="0" parTransId="{6F8BD7BE-D5F6-4B2D-9F6C-B8488CA14ACC}" sibTransId="{E701F40C-53B5-4A91-B228-4545BE709CC2}"/>
    <dgm:cxn modelId="{D76E1B30-11EF-4982-AB8D-B20C94C90BA4}" type="presOf" srcId="{921F63B8-C9AE-4278-A935-C011F31A41DE}" destId="{7EEEC422-F8AA-41D4-BF45-6304CBFB1DAC}" srcOrd="0" destOrd="0" presId="urn:microsoft.com/office/officeart/2018/2/layout/IconVerticalSolidList"/>
    <dgm:cxn modelId="{A1C5E545-EAED-4048-A89C-D42F9F3D2614}" srcId="{921F63B8-C9AE-4278-A935-C011F31A41DE}" destId="{EB82B03F-C850-4B45-AB74-3EF95FEBCDA8}" srcOrd="1" destOrd="0" parTransId="{A7AD2AFD-AC90-4C4E-B025-65DD2FEC5FF7}" sibTransId="{B012D873-0D71-4B1F-850E-411D415C56C2}"/>
    <dgm:cxn modelId="{6CD8614F-B51A-4A39-8E77-F2F2C1C919BD}" type="presOf" srcId="{0280AA84-27D3-4A69-8E08-ED68701559C0}" destId="{293C4129-C0A8-4543-818F-060475830ABF}" srcOrd="0" destOrd="0" presId="urn:microsoft.com/office/officeart/2018/2/layout/IconVerticalSolidList"/>
    <dgm:cxn modelId="{1D73BF75-CF41-4BF0-AC1E-5A8C29C8A0F8}" srcId="{921F63B8-C9AE-4278-A935-C011F31A41DE}" destId="{810B9BC1-E1CE-4D24-AF0E-F59410B04457}" srcOrd="3" destOrd="0" parTransId="{65234E7B-5B6F-4C10-9B09-9A5D81408F3D}" sibTransId="{374FC825-0DFB-4FE2-ADC1-E64CFBF76B3A}"/>
    <dgm:cxn modelId="{00267B7E-ABC6-4036-8131-3594D5B9D4FF}" srcId="{921F63B8-C9AE-4278-A935-C011F31A41DE}" destId="{3BC3B495-7557-4436-93F6-89B03AE15028}" srcOrd="6" destOrd="0" parTransId="{E59BC531-91B4-4659-930C-4BC7B0436DF5}" sibTransId="{D7E3E825-7BCC-46E8-9CD4-2C0B2547CC9E}"/>
    <dgm:cxn modelId="{55063189-34D2-4CE8-9AD9-ED5213E12A60}" srcId="{921F63B8-C9AE-4278-A935-C011F31A41DE}" destId="{0280AA84-27D3-4A69-8E08-ED68701559C0}" srcOrd="0" destOrd="0" parTransId="{42C1F393-9F30-4E78-AFAB-588A76CC7100}" sibTransId="{085D4674-50FD-4F84-961B-1216EFD3412A}"/>
    <dgm:cxn modelId="{E45D518D-DF65-4F17-8902-204F8B87833E}" type="presOf" srcId="{80685C86-3C41-4539-A085-9C781B70E10B}" destId="{F6DD26E5-2523-48C6-9F75-45353A740342}" srcOrd="0" destOrd="0" presId="urn:microsoft.com/office/officeart/2018/2/layout/IconVerticalSolidList"/>
    <dgm:cxn modelId="{6D0495A2-1F3E-4206-88D0-EB7A444F39BD}" srcId="{921F63B8-C9AE-4278-A935-C011F31A41DE}" destId="{80685C86-3C41-4539-A085-9C781B70E10B}" srcOrd="2" destOrd="0" parTransId="{2DBA52C1-45CD-411B-B596-8366DB90C467}" sibTransId="{D4914CFF-32FE-455C-B7B5-C8839BC5A840}"/>
    <dgm:cxn modelId="{F53FFBA8-D516-410A-91F0-58B86FEE590F}" type="presOf" srcId="{EE6C5CBC-CB99-4FB0-9C2F-F5934C1A0D59}" destId="{83D008FD-5556-4EAC-8220-B41B0DDA0E59}" srcOrd="0" destOrd="0" presId="urn:microsoft.com/office/officeart/2018/2/layout/IconVerticalSolidList"/>
    <dgm:cxn modelId="{2FF0A9C7-F7E7-4D78-B130-97649A085B51}" type="presOf" srcId="{EB82B03F-C850-4B45-AB74-3EF95FEBCDA8}" destId="{2710EBE7-2754-4820-8BF6-FAB784DD1B28}" srcOrd="0" destOrd="0" presId="urn:microsoft.com/office/officeart/2018/2/layout/IconVerticalSolidList"/>
    <dgm:cxn modelId="{E83397D9-64A3-4836-9696-E332DF97C47C}" type="presOf" srcId="{3BC3B495-7557-4436-93F6-89B03AE15028}" destId="{5E30B638-D988-4E5E-B2D5-4BDF8266F415}" srcOrd="0" destOrd="0" presId="urn:microsoft.com/office/officeart/2018/2/layout/IconVerticalSolidList"/>
    <dgm:cxn modelId="{6FA1DEDD-3076-4DC2-B02E-A1C6AE3D37AF}" type="presOf" srcId="{810B9BC1-E1CE-4D24-AF0E-F59410B04457}" destId="{5F0B71CE-FAB9-4DD1-B018-AC3CBAA836EE}" srcOrd="0" destOrd="0" presId="urn:microsoft.com/office/officeart/2018/2/layout/IconVerticalSolidList"/>
    <dgm:cxn modelId="{D22D2CE4-E7A6-4A01-B000-0FA6BFEEF6AA}" srcId="{921F63B8-C9AE-4278-A935-C011F31A41DE}" destId="{EE6C5CBC-CB99-4FB0-9C2F-F5934C1A0D59}" srcOrd="5" destOrd="0" parTransId="{6C95603F-D127-44EA-BDE5-CEB65FAF3667}" sibTransId="{55AC024E-4BFC-4E7E-8D92-DE775E9D7139}"/>
    <dgm:cxn modelId="{E6611A82-D313-48A0-9F09-C64A53F7D078}" type="presParOf" srcId="{7EEEC422-F8AA-41D4-BF45-6304CBFB1DAC}" destId="{3B1D501C-2D7B-45AC-A435-CD26F1C6A0D0}" srcOrd="0" destOrd="0" presId="urn:microsoft.com/office/officeart/2018/2/layout/IconVerticalSolidList"/>
    <dgm:cxn modelId="{52EB1729-A79C-4A60-A2C0-EF120E82EAEE}" type="presParOf" srcId="{3B1D501C-2D7B-45AC-A435-CD26F1C6A0D0}" destId="{7B00086D-57DE-4CB1-A653-D2525374BEC4}" srcOrd="0" destOrd="0" presId="urn:microsoft.com/office/officeart/2018/2/layout/IconVerticalSolidList"/>
    <dgm:cxn modelId="{35FA9134-BA80-419E-917B-7E930A79BBA9}" type="presParOf" srcId="{3B1D501C-2D7B-45AC-A435-CD26F1C6A0D0}" destId="{BD91B1EC-C801-456E-8574-CF8E409BE6B4}" srcOrd="1" destOrd="0" presId="urn:microsoft.com/office/officeart/2018/2/layout/IconVerticalSolidList"/>
    <dgm:cxn modelId="{CAD80CC5-E3AD-4526-AFFE-AE3A8DC30809}" type="presParOf" srcId="{3B1D501C-2D7B-45AC-A435-CD26F1C6A0D0}" destId="{EBB60345-045B-45BB-BD7A-680DD3DDA30E}" srcOrd="2" destOrd="0" presId="urn:microsoft.com/office/officeart/2018/2/layout/IconVerticalSolidList"/>
    <dgm:cxn modelId="{5AEDC92A-659A-44BE-828A-72B982C54DC9}" type="presParOf" srcId="{3B1D501C-2D7B-45AC-A435-CD26F1C6A0D0}" destId="{293C4129-C0A8-4543-818F-060475830ABF}" srcOrd="3" destOrd="0" presId="urn:microsoft.com/office/officeart/2018/2/layout/IconVerticalSolidList"/>
    <dgm:cxn modelId="{7062782A-B1BC-4D91-A1CC-EA8B888B3056}" type="presParOf" srcId="{7EEEC422-F8AA-41D4-BF45-6304CBFB1DAC}" destId="{DEE0BD5C-5ED1-46B3-B993-3E45FBB997DC}" srcOrd="1" destOrd="0" presId="urn:microsoft.com/office/officeart/2018/2/layout/IconVerticalSolidList"/>
    <dgm:cxn modelId="{A85FC0C2-448A-4A90-AAED-18DE1197BAF6}" type="presParOf" srcId="{7EEEC422-F8AA-41D4-BF45-6304CBFB1DAC}" destId="{3DC377A8-B7CA-4CA7-9F53-BDD98620D6CA}" srcOrd="2" destOrd="0" presId="urn:microsoft.com/office/officeart/2018/2/layout/IconVerticalSolidList"/>
    <dgm:cxn modelId="{92540CD3-7CFE-4ADA-B0EA-FD430336CDBE}" type="presParOf" srcId="{3DC377A8-B7CA-4CA7-9F53-BDD98620D6CA}" destId="{722E5035-9C06-4F28-80A5-123CD201BB2D}" srcOrd="0" destOrd="0" presId="urn:microsoft.com/office/officeart/2018/2/layout/IconVerticalSolidList"/>
    <dgm:cxn modelId="{F88398DC-FBF6-4856-9AF8-8FF1C55FC280}" type="presParOf" srcId="{3DC377A8-B7CA-4CA7-9F53-BDD98620D6CA}" destId="{ACE380F0-2B30-4C5B-B24D-F8B39874E1DF}" srcOrd="1" destOrd="0" presId="urn:microsoft.com/office/officeart/2018/2/layout/IconVerticalSolidList"/>
    <dgm:cxn modelId="{B043F9CC-DA03-4233-A440-0469A2E881A1}" type="presParOf" srcId="{3DC377A8-B7CA-4CA7-9F53-BDD98620D6CA}" destId="{AEF548DB-17A5-4536-B552-A71C65AA4F05}" srcOrd="2" destOrd="0" presId="urn:microsoft.com/office/officeart/2018/2/layout/IconVerticalSolidList"/>
    <dgm:cxn modelId="{0EA4F8E1-6752-4895-AEF5-900D7E659957}" type="presParOf" srcId="{3DC377A8-B7CA-4CA7-9F53-BDD98620D6CA}" destId="{2710EBE7-2754-4820-8BF6-FAB784DD1B28}" srcOrd="3" destOrd="0" presId="urn:microsoft.com/office/officeart/2018/2/layout/IconVerticalSolidList"/>
    <dgm:cxn modelId="{5CDBD32B-F30C-4E82-9E53-7670CAC3C913}" type="presParOf" srcId="{7EEEC422-F8AA-41D4-BF45-6304CBFB1DAC}" destId="{87D5A26F-A70D-4E34-B7CC-4592AC709B58}" srcOrd="3" destOrd="0" presId="urn:microsoft.com/office/officeart/2018/2/layout/IconVerticalSolidList"/>
    <dgm:cxn modelId="{4F2B24BC-81B7-4786-B894-B2F7388F70E1}" type="presParOf" srcId="{7EEEC422-F8AA-41D4-BF45-6304CBFB1DAC}" destId="{40714945-3D29-4102-88BC-DAB030D4C6FC}" srcOrd="4" destOrd="0" presId="urn:microsoft.com/office/officeart/2018/2/layout/IconVerticalSolidList"/>
    <dgm:cxn modelId="{F33CC88E-293D-48D9-BD59-A7A8F4880F7A}" type="presParOf" srcId="{40714945-3D29-4102-88BC-DAB030D4C6FC}" destId="{2FBA3B2C-8F1D-4566-A1D1-871491CFB7A1}" srcOrd="0" destOrd="0" presId="urn:microsoft.com/office/officeart/2018/2/layout/IconVerticalSolidList"/>
    <dgm:cxn modelId="{0782F7BE-4D87-4210-816E-BE7A91F34888}" type="presParOf" srcId="{40714945-3D29-4102-88BC-DAB030D4C6FC}" destId="{674E35C3-02CA-42DF-B23C-A100C6A186D9}" srcOrd="1" destOrd="0" presId="urn:microsoft.com/office/officeart/2018/2/layout/IconVerticalSolidList"/>
    <dgm:cxn modelId="{99E19C3C-5486-4CDE-97C5-A25C63AF4719}" type="presParOf" srcId="{40714945-3D29-4102-88BC-DAB030D4C6FC}" destId="{EBC3E5BA-F98E-4DE2-8B0B-545D7971FD2E}" srcOrd="2" destOrd="0" presId="urn:microsoft.com/office/officeart/2018/2/layout/IconVerticalSolidList"/>
    <dgm:cxn modelId="{0BBAFE33-89C5-4FF4-9697-CEEF43F2D1DD}" type="presParOf" srcId="{40714945-3D29-4102-88BC-DAB030D4C6FC}" destId="{F6DD26E5-2523-48C6-9F75-45353A740342}" srcOrd="3" destOrd="0" presId="urn:microsoft.com/office/officeart/2018/2/layout/IconVerticalSolidList"/>
    <dgm:cxn modelId="{53BDCB55-83C8-4019-9D66-78F84E631CD4}" type="presParOf" srcId="{7EEEC422-F8AA-41D4-BF45-6304CBFB1DAC}" destId="{2A35BBB2-B621-443C-BB40-9C5210335DA9}" srcOrd="5" destOrd="0" presId="urn:microsoft.com/office/officeart/2018/2/layout/IconVerticalSolidList"/>
    <dgm:cxn modelId="{FAE8D7B4-53EC-438F-97CE-F9673385FC56}" type="presParOf" srcId="{7EEEC422-F8AA-41D4-BF45-6304CBFB1DAC}" destId="{FC6B5B78-C657-4E43-A072-8B4C7C08F4B3}" srcOrd="6" destOrd="0" presId="urn:microsoft.com/office/officeart/2018/2/layout/IconVerticalSolidList"/>
    <dgm:cxn modelId="{1DEAF498-5984-4C15-AB6D-9799F2825E6C}" type="presParOf" srcId="{FC6B5B78-C657-4E43-A072-8B4C7C08F4B3}" destId="{D86F6A74-9DAF-4A7A-B963-7D1D133A5085}" srcOrd="0" destOrd="0" presId="urn:microsoft.com/office/officeart/2018/2/layout/IconVerticalSolidList"/>
    <dgm:cxn modelId="{4DA7F0E2-D152-464D-B58B-604A880829BF}" type="presParOf" srcId="{FC6B5B78-C657-4E43-A072-8B4C7C08F4B3}" destId="{29000D60-10B7-4B4F-B762-1DCADD535A9C}" srcOrd="1" destOrd="0" presId="urn:microsoft.com/office/officeart/2018/2/layout/IconVerticalSolidList"/>
    <dgm:cxn modelId="{F18C575F-5B07-497B-818E-A2B6894721EF}" type="presParOf" srcId="{FC6B5B78-C657-4E43-A072-8B4C7C08F4B3}" destId="{1744ED6A-B788-4D2E-9B4C-9C954C924BDD}" srcOrd="2" destOrd="0" presId="urn:microsoft.com/office/officeart/2018/2/layout/IconVerticalSolidList"/>
    <dgm:cxn modelId="{5EAB3256-D3F2-4AC1-88BE-6D86111C5E40}" type="presParOf" srcId="{FC6B5B78-C657-4E43-A072-8B4C7C08F4B3}" destId="{5F0B71CE-FAB9-4DD1-B018-AC3CBAA836EE}" srcOrd="3" destOrd="0" presId="urn:microsoft.com/office/officeart/2018/2/layout/IconVerticalSolidList"/>
    <dgm:cxn modelId="{9A348F49-54F9-412B-AEA2-4E9020652104}" type="presParOf" srcId="{7EEEC422-F8AA-41D4-BF45-6304CBFB1DAC}" destId="{17EE73A1-45F6-45C3-B382-14AE2927ADE5}" srcOrd="7" destOrd="0" presId="urn:microsoft.com/office/officeart/2018/2/layout/IconVerticalSolidList"/>
    <dgm:cxn modelId="{E5CC07BD-F1F6-41AD-8653-38B1E71118A6}" type="presParOf" srcId="{7EEEC422-F8AA-41D4-BF45-6304CBFB1DAC}" destId="{2273A8B9-BC2E-4E7D-A385-E090670AA0D1}" srcOrd="8" destOrd="0" presId="urn:microsoft.com/office/officeart/2018/2/layout/IconVerticalSolidList"/>
    <dgm:cxn modelId="{7CC03E9F-E4E1-4588-8DF5-B2B9F447BB87}" type="presParOf" srcId="{2273A8B9-BC2E-4E7D-A385-E090670AA0D1}" destId="{2BC92EF3-8E55-46AC-8FC7-D991D62DF2AC}" srcOrd="0" destOrd="0" presId="urn:microsoft.com/office/officeart/2018/2/layout/IconVerticalSolidList"/>
    <dgm:cxn modelId="{3C7C2387-56F4-40D5-A482-813DACF0746B}" type="presParOf" srcId="{2273A8B9-BC2E-4E7D-A385-E090670AA0D1}" destId="{CE7FA025-9137-41BD-8FBB-8BE0D520F17C}" srcOrd="1" destOrd="0" presId="urn:microsoft.com/office/officeart/2018/2/layout/IconVerticalSolidList"/>
    <dgm:cxn modelId="{C336CD41-B0E7-48C2-A56F-1B8385245AA3}" type="presParOf" srcId="{2273A8B9-BC2E-4E7D-A385-E090670AA0D1}" destId="{D0ED1500-045B-4C06-A846-37D83AD597E6}" srcOrd="2" destOrd="0" presId="urn:microsoft.com/office/officeart/2018/2/layout/IconVerticalSolidList"/>
    <dgm:cxn modelId="{BE570932-4AE6-4336-8F6E-E3ECF9067BC7}" type="presParOf" srcId="{2273A8B9-BC2E-4E7D-A385-E090670AA0D1}" destId="{FDD71DCD-B440-4E32-A757-C671753B7FF4}" srcOrd="3" destOrd="0" presId="urn:microsoft.com/office/officeart/2018/2/layout/IconVerticalSolidList"/>
    <dgm:cxn modelId="{366D2879-C2A7-47F6-968A-1DC202D45994}" type="presParOf" srcId="{7EEEC422-F8AA-41D4-BF45-6304CBFB1DAC}" destId="{3BC732FA-688C-411F-B192-49F953874B7C}" srcOrd="9" destOrd="0" presId="urn:microsoft.com/office/officeart/2018/2/layout/IconVerticalSolidList"/>
    <dgm:cxn modelId="{12549E18-8F84-43E7-812A-D0B0E948BC57}" type="presParOf" srcId="{7EEEC422-F8AA-41D4-BF45-6304CBFB1DAC}" destId="{404646A1-A453-4627-81FC-D3E43543329A}" srcOrd="10" destOrd="0" presId="urn:microsoft.com/office/officeart/2018/2/layout/IconVerticalSolidList"/>
    <dgm:cxn modelId="{7B2615B4-1884-4783-97DA-3403F033A6DD}" type="presParOf" srcId="{404646A1-A453-4627-81FC-D3E43543329A}" destId="{A455E359-2DCF-4549-AD91-CEEB7A27F08C}" srcOrd="0" destOrd="0" presId="urn:microsoft.com/office/officeart/2018/2/layout/IconVerticalSolidList"/>
    <dgm:cxn modelId="{66A5FBE4-0059-4172-B7E3-81A624C46EF8}" type="presParOf" srcId="{404646A1-A453-4627-81FC-D3E43543329A}" destId="{62A542EF-E16D-4D04-A38B-12A4731C4DC9}" srcOrd="1" destOrd="0" presId="urn:microsoft.com/office/officeart/2018/2/layout/IconVerticalSolidList"/>
    <dgm:cxn modelId="{C8B9D9D7-9882-4871-AB1C-2BE7AED7A3DF}" type="presParOf" srcId="{404646A1-A453-4627-81FC-D3E43543329A}" destId="{B8988B95-9A50-412F-BF6C-5A8342B9AF83}" srcOrd="2" destOrd="0" presId="urn:microsoft.com/office/officeart/2018/2/layout/IconVerticalSolidList"/>
    <dgm:cxn modelId="{777B514C-AC20-4EBD-852C-2386A2489810}" type="presParOf" srcId="{404646A1-A453-4627-81FC-D3E43543329A}" destId="{83D008FD-5556-4EAC-8220-B41B0DDA0E59}" srcOrd="3" destOrd="0" presId="urn:microsoft.com/office/officeart/2018/2/layout/IconVerticalSolidList"/>
    <dgm:cxn modelId="{3CA5BE2C-65AE-45F3-8BF6-EB9B6B286F35}" type="presParOf" srcId="{7EEEC422-F8AA-41D4-BF45-6304CBFB1DAC}" destId="{39855ABB-96E1-486B-BD26-A4558C8117CB}" srcOrd="11" destOrd="0" presId="urn:microsoft.com/office/officeart/2018/2/layout/IconVerticalSolidList"/>
    <dgm:cxn modelId="{E6F55DEB-3A2D-40C8-8AC7-268CCF47D627}" type="presParOf" srcId="{7EEEC422-F8AA-41D4-BF45-6304CBFB1DAC}" destId="{D5F04833-F879-4156-B2B2-EA901F1642CB}" srcOrd="12" destOrd="0" presId="urn:microsoft.com/office/officeart/2018/2/layout/IconVerticalSolidList"/>
    <dgm:cxn modelId="{6A1E1AA9-FAD9-484E-8500-47A96C50FB44}" type="presParOf" srcId="{D5F04833-F879-4156-B2B2-EA901F1642CB}" destId="{9BD635AE-C1F7-4AE8-B640-25CCBF1BC370}" srcOrd="0" destOrd="0" presId="urn:microsoft.com/office/officeart/2018/2/layout/IconVerticalSolidList"/>
    <dgm:cxn modelId="{D6E722C2-81F1-44D9-8A64-D8D1D0D68E50}" type="presParOf" srcId="{D5F04833-F879-4156-B2B2-EA901F1642CB}" destId="{0D6D3186-14AC-45FA-8A8B-630E29E12086}" srcOrd="1" destOrd="0" presId="urn:microsoft.com/office/officeart/2018/2/layout/IconVerticalSolidList"/>
    <dgm:cxn modelId="{95B4653B-8A40-4D64-9B45-7A5CCD8449F5}" type="presParOf" srcId="{D5F04833-F879-4156-B2B2-EA901F1642CB}" destId="{239B1A80-5DE8-4DAE-A878-D66089B63291}" srcOrd="2" destOrd="0" presId="urn:microsoft.com/office/officeart/2018/2/layout/IconVerticalSolidList"/>
    <dgm:cxn modelId="{5C8E65F5-D94E-4492-90D7-13691F2E870B}" type="presParOf" srcId="{D5F04833-F879-4156-B2B2-EA901F1642CB}" destId="{5E30B638-D988-4E5E-B2D5-4BDF8266F4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0086D-57DE-4CB1-A653-D2525374BEC4}">
      <dsp:nvSpPr>
        <dsp:cNvPr id="0" name=""/>
        <dsp:cNvSpPr/>
      </dsp:nvSpPr>
      <dsp:spPr>
        <a:xfrm>
          <a:off x="0" y="390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1B1EC-C801-456E-8574-CF8E409BE6B4}">
      <dsp:nvSpPr>
        <dsp:cNvPr id="0" name=""/>
        <dsp:cNvSpPr/>
      </dsp:nvSpPr>
      <dsp:spPr>
        <a:xfrm>
          <a:off x="162681" y="121393"/>
          <a:ext cx="295784" cy="2957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C4129-C0A8-4543-818F-060475830ABF}">
      <dsp:nvSpPr>
        <dsp:cNvPr id="0" name=""/>
        <dsp:cNvSpPr/>
      </dsp:nvSpPr>
      <dsp:spPr>
        <a:xfrm>
          <a:off x="621147" y="390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Contents</a:t>
          </a:r>
          <a:endParaRPr lang="en-US" sz="1600" kern="1200" dirty="0"/>
        </a:p>
      </dsp:txBody>
      <dsp:txXfrm>
        <a:off x="621147" y="390"/>
        <a:ext cx="6694052" cy="537790"/>
      </dsp:txXfrm>
    </dsp:sp>
    <dsp:sp modelId="{722E5035-9C06-4F28-80A5-123CD201BB2D}">
      <dsp:nvSpPr>
        <dsp:cNvPr id="0" name=""/>
        <dsp:cNvSpPr/>
      </dsp:nvSpPr>
      <dsp:spPr>
        <a:xfrm>
          <a:off x="0" y="672628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380F0-2B30-4C5B-B24D-F8B39874E1DF}">
      <dsp:nvSpPr>
        <dsp:cNvPr id="0" name=""/>
        <dsp:cNvSpPr/>
      </dsp:nvSpPr>
      <dsp:spPr>
        <a:xfrm>
          <a:off x="162681" y="793631"/>
          <a:ext cx="295784" cy="2957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0EBE7-2754-4820-8BF6-FAB784DD1B28}">
      <dsp:nvSpPr>
        <dsp:cNvPr id="0" name=""/>
        <dsp:cNvSpPr/>
      </dsp:nvSpPr>
      <dsp:spPr>
        <a:xfrm>
          <a:off x="621147" y="672628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Email Bulletins</a:t>
          </a:r>
          <a:endParaRPr lang="en-US" sz="1600" kern="1200"/>
        </a:p>
      </dsp:txBody>
      <dsp:txXfrm>
        <a:off x="621147" y="672628"/>
        <a:ext cx="6694052" cy="537790"/>
      </dsp:txXfrm>
    </dsp:sp>
    <dsp:sp modelId="{2FBA3B2C-8F1D-4566-A1D1-871491CFB7A1}">
      <dsp:nvSpPr>
        <dsp:cNvPr id="0" name=""/>
        <dsp:cNvSpPr/>
      </dsp:nvSpPr>
      <dsp:spPr>
        <a:xfrm>
          <a:off x="0" y="1344866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E35C3-02CA-42DF-B23C-A100C6A186D9}">
      <dsp:nvSpPr>
        <dsp:cNvPr id="0" name=""/>
        <dsp:cNvSpPr/>
      </dsp:nvSpPr>
      <dsp:spPr>
        <a:xfrm>
          <a:off x="162681" y="1465869"/>
          <a:ext cx="295784" cy="2957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D26E5-2523-48C6-9F75-45353A740342}">
      <dsp:nvSpPr>
        <dsp:cNvPr id="0" name=""/>
        <dsp:cNvSpPr/>
      </dsp:nvSpPr>
      <dsp:spPr>
        <a:xfrm>
          <a:off x="621147" y="1344866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Infographics</a:t>
          </a:r>
          <a:endParaRPr lang="en-US" sz="1600" kern="1200"/>
        </a:p>
      </dsp:txBody>
      <dsp:txXfrm>
        <a:off x="621147" y="1344866"/>
        <a:ext cx="6694052" cy="537790"/>
      </dsp:txXfrm>
    </dsp:sp>
    <dsp:sp modelId="{D86F6A74-9DAF-4A7A-B963-7D1D133A5085}">
      <dsp:nvSpPr>
        <dsp:cNvPr id="0" name=""/>
        <dsp:cNvSpPr/>
      </dsp:nvSpPr>
      <dsp:spPr>
        <a:xfrm>
          <a:off x="0" y="2017104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00D60-10B7-4B4F-B762-1DCADD535A9C}">
      <dsp:nvSpPr>
        <dsp:cNvPr id="0" name=""/>
        <dsp:cNvSpPr/>
      </dsp:nvSpPr>
      <dsp:spPr>
        <a:xfrm>
          <a:off x="162681" y="2138107"/>
          <a:ext cx="295784" cy="2957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B71CE-FAB9-4DD1-B018-AC3CBAA836EE}">
      <dsp:nvSpPr>
        <dsp:cNvPr id="0" name=""/>
        <dsp:cNvSpPr/>
      </dsp:nvSpPr>
      <dsp:spPr>
        <a:xfrm>
          <a:off x="621147" y="2017104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Intranet Pop-Ups</a:t>
          </a:r>
          <a:endParaRPr lang="en-US" sz="1600" kern="1200"/>
        </a:p>
      </dsp:txBody>
      <dsp:txXfrm>
        <a:off x="621147" y="2017104"/>
        <a:ext cx="6694052" cy="537790"/>
      </dsp:txXfrm>
    </dsp:sp>
    <dsp:sp modelId="{2BC92EF3-8E55-46AC-8FC7-D991D62DF2AC}">
      <dsp:nvSpPr>
        <dsp:cNvPr id="0" name=""/>
        <dsp:cNvSpPr/>
      </dsp:nvSpPr>
      <dsp:spPr>
        <a:xfrm>
          <a:off x="0" y="2689342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FA025-9137-41BD-8FBB-8BE0D520F17C}">
      <dsp:nvSpPr>
        <dsp:cNvPr id="0" name=""/>
        <dsp:cNvSpPr/>
      </dsp:nvSpPr>
      <dsp:spPr>
        <a:xfrm>
          <a:off x="162681" y="2810345"/>
          <a:ext cx="295784" cy="2957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71DCD-B440-4E32-A757-C671753B7FF4}">
      <dsp:nvSpPr>
        <dsp:cNvPr id="0" name=""/>
        <dsp:cNvSpPr/>
      </dsp:nvSpPr>
      <dsp:spPr>
        <a:xfrm>
          <a:off x="621147" y="2689342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Chatbot Quizzes</a:t>
          </a:r>
          <a:endParaRPr lang="en-US" sz="1600" kern="1200"/>
        </a:p>
      </dsp:txBody>
      <dsp:txXfrm>
        <a:off x="621147" y="2689342"/>
        <a:ext cx="6694052" cy="537790"/>
      </dsp:txXfrm>
    </dsp:sp>
    <dsp:sp modelId="{A455E359-2DCF-4549-AD91-CEEB7A27F08C}">
      <dsp:nvSpPr>
        <dsp:cNvPr id="0" name=""/>
        <dsp:cNvSpPr/>
      </dsp:nvSpPr>
      <dsp:spPr>
        <a:xfrm>
          <a:off x="0" y="3361580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542EF-E16D-4D04-A38B-12A4731C4DC9}">
      <dsp:nvSpPr>
        <dsp:cNvPr id="0" name=""/>
        <dsp:cNvSpPr/>
      </dsp:nvSpPr>
      <dsp:spPr>
        <a:xfrm>
          <a:off x="162681" y="3482583"/>
          <a:ext cx="295784" cy="29578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008FD-5556-4EAC-8220-B41B0DDA0E59}">
      <dsp:nvSpPr>
        <dsp:cNvPr id="0" name=""/>
        <dsp:cNvSpPr/>
      </dsp:nvSpPr>
      <dsp:spPr>
        <a:xfrm>
          <a:off x="621147" y="3361580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Lunch 'n' Learn Materials</a:t>
          </a:r>
          <a:endParaRPr lang="en-US" sz="1600" kern="1200"/>
        </a:p>
      </dsp:txBody>
      <dsp:txXfrm>
        <a:off x="621147" y="3361580"/>
        <a:ext cx="6694052" cy="537790"/>
      </dsp:txXfrm>
    </dsp:sp>
    <dsp:sp modelId="{9BD635AE-C1F7-4AE8-B640-25CCBF1BC370}">
      <dsp:nvSpPr>
        <dsp:cNvPr id="0" name=""/>
        <dsp:cNvSpPr/>
      </dsp:nvSpPr>
      <dsp:spPr>
        <a:xfrm>
          <a:off x="0" y="4033818"/>
          <a:ext cx="7315200" cy="537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D3186-14AC-45FA-8A8B-630E29E12086}">
      <dsp:nvSpPr>
        <dsp:cNvPr id="0" name=""/>
        <dsp:cNvSpPr/>
      </dsp:nvSpPr>
      <dsp:spPr>
        <a:xfrm>
          <a:off x="162681" y="4154821"/>
          <a:ext cx="295784" cy="29578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0B638-D988-4E5E-B2D5-4BDF8266F415}">
      <dsp:nvSpPr>
        <dsp:cNvPr id="0" name=""/>
        <dsp:cNvSpPr/>
      </dsp:nvSpPr>
      <dsp:spPr>
        <a:xfrm>
          <a:off x="621147" y="4033818"/>
          <a:ext cx="6694052" cy="537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16" tIns="56916" rIns="56916" bIns="569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Office Posters</a:t>
          </a:r>
          <a:endParaRPr lang="en-US" sz="1600" kern="1200"/>
        </a:p>
      </dsp:txBody>
      <dsp:txXfrm>
        <a:off x="621147" y="4033818"/>
        <a:ext cx="6694052" cy="537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46a35bdc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46a35bdc0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46a35bdc0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46a35bdc0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46a35bdc0_0_10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46a35bdc0_0_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746a35bdc0_0_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746a35bdc0_0_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46a35bdc0_0_1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3746a35bdc0_0_1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g3746a35bdc0_0_1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46a35bdc0_0_1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3746a35bdc0_0_1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46a35bdc0_0_1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3746a35bdc0_0_1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g3746a35bdc0_0_1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46a35bdc0_0_1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746a35bdc0_0_1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46a35bdc0_0_1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746a35bdc0_0_1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g3746a35bdc0_0_1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46a35bdc0_0_1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46a35bdc0_0_1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46a35bdc0_0_1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46a35bdc0_0_1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g3746a35bdc0_0_1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3" name="Google Shape;113;g3746a35bdc0_0_1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46a35bdc0_0_1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46a35bdc0_0_1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46a35bdc0_0_1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46a35bdc0_0_1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g3746a35bdc0_0_1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0" name="Google Shape;120;g3746a35bdc0_0_13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g3746a35bdc0_0_13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2" name="Google Shape;122;g3746a35bdc0_0_1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746a35bdc0_0_1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46a35bdc0_0_1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46a35bdc0_0_1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46a35bdc0_0_1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746a35bdc0_0_1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46a35bdc0_0_1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746a35bdc0_0_1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g3746a35bdc0_0_1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g3746a35bdc0_0_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746a35bdc0_0_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746a35bdc0_0_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46a35bdc0_0_1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746a35bdc0_0_1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746a35bdc0_0_1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g3746a35bdc0_0_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746a35bdc0_0_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746a35bdc0_0_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46a35bdc0_0_1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746a35bdc0_0_16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3746a35bdc0_0_1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3746a35bdc0_0_1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746a35bdc0_0_1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46a35bdc0_0_169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746a35bdc0_0_169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3746a35bdc0_0_1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746a35bdc0_0_1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3746a35bdc0_0_1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46a35bdc0_0_10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g3746a35bdc0_0_10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3746a35bdc0_0_1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g3746a35bdc0_0_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3746a35bdc0_0_1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1" name="Rectangle 170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Google Shape;159;p1"/>
          <p:cNvSpPr txBox="1"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600" b="1" i="0" u="none" strike="noStrike" kern="1200" cap="none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Calibri"/>
              </a:rPr>
              <a:t>CDSP Group #14 Communication Guideline</a:t>
            </a:r>
            <a:endParaRPr lang="en-US" sz="2600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1" name="Google Shape;161;p1"/>
          <p:cNvPicPr preferRelativeResize="0"/>
          <p:nvPr/>
        </p:nvPicPr>
        <p:blipFill>
          <a:blip r:embed="rId3"/>
          <a:srcRect t="4379" b="31245"/>
          <a:stretch>
            <a:fillRect/>
          </a:stretch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" name="Google Shape;171;p2">
            <a:extLst>
              <a:ext uri="{FF2B5EF4-FFF2-40B4-BE49-F238E27FC236}">
                <a16:creationId xmlns:a16="http://schemas.microsoft.com/office/drawing/2014/main" id="{39DE9DA8-0305-7EED-492A-26A7093608FF}"/>
              </a:ext>
            </a:extLst>
          </p:cNvPr>
          <p:cNvGraphicFramePr/>
          <p:nvPr/>
        </p:nvGraphicFramePr>
        <p:xfrm>
          <a:off x="914400" y="914400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1" name="Rectangle 17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Google Shape;166;g3746a35bdc0_0_94"/>
          <p:cNvSpPr txBox="1"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Potential Companies For The Training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0" lv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marL="457200" lvl="0" indent="-31750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1400"/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BMO</a:t>
            </a:r>
          </a:p>
          <a:p>
            <a:pPr marL="457200" lvl="0" indent="-31750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1400"/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Scotiabank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46a35bdc0_0_175"/>
          <p:cNvSpPr txBox="1"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Emails</a:t>
            </a:r>
          </a:p>
        </p:txBody>
      </p:sp>
      <p:pic>
        <p:nvPicPr>
          <p:cNvPr id="189" name="Picture 188" descr="Colorful envelopes">
            <a:extLst>
              <a:ext uri="{FF2B5EF4-FFF2-40B4-BE49-F238E27FC236}">
                <a16:creationId xmlns:a16="http://schemas.microsoft.com/office/drawing/2014/main" id="{39C0C6A8-0625-7DB2-90DC-253843F72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60" r="22191" b="-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7" name="Google Shape;187;g3746a35bdc0_0_175"/>
          <p:cNvSpPr txBox="1"/>
          <p:nvPr/>
        </p:nvSpPr>
        <p:spPr>
          <a:xfrm>
            <a:off x="6059983" y="2533476"/>
            <a:ext cx="2526926" cy="344783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A short staff email bulletins will be released that feature different linguistic features </a:t>
            </a:r>
          </a:p>
          <a:p>
            <a:pPr marL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Bulletin — Urgency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457200" y="91440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to be posted: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TBD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Target Persona: All Employees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457200" y="1371600"/>
            <a:ext cx="73152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this email is phishing: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Urgency — creates pressure to act immediately.</a:t>
            </a:r>
            <a:endParaRPr sz="2000" dirty="0"/>
          </a:p>
        </p:txBody>
      </p:sp>
      <p:sp>
        <p:nvSpPr>
          <p:cNvPr id="179" name="Google Shape;179;p3"/>
          <p:cNvSpPr txBox="1"/>
          <p:nvPr/>
        </p:nvSpPr>
        <p:spPr>
          <a:xfrm>
            <a:off x="457200" y="2743200"/>
            <a:ext cx="7315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to be sent - TBD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 targeted - Everyone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- Teach about urgency in emails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457200" y="548640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700" y="0"/>
            <a:ext cx="4719224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Bulletin — Action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to be posted: March 10, 2025 | Target Persona: All Employees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this email is phishing: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— prompts clicking, downloading, or logging in.</a:t>
            </a:r>
            <a:endParaRPr dirty="0"/>
          </a:p>
        </p:txBody>
      </p:sp>
      <p:sp>
        <p:nvSpPr>
          <p:cNvPr id="195" name="Google Shape;195;p4"/>
          <p:cNvSpPr txBox="1"/>
          <p:nvPr/>
        </p:nvSpPr>
        <p:spPr>
          <a:xfrm>
            <a:off x="364200" y="2514600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457200" y="5486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Phishing emails usually combine multiple features for greater impact.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Bulletin — Reward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to be posted: March 10, 2025 | Target Persona: All Employees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this email is phishing: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Reward — promises gifts, winnings, or bonuses.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457200" y="5486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Phishing emails usually combine multiple features for greater impact.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Bulletin — Financial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to be posted: March 10, 2025 | Target Persona: All Employees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this email is phishing: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— mentions money, banking, or transactions.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457200" y="2743200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457200" y="5486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Phishing emails usually combine multiple features for greater impact.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On-screen Show (4:3)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Office Theme</vt:lpstr>
      <vt:lpstr>CDSP Group #14 Communication Guideline</vt:lpstr>
      <vt:lpstr>PowerPoint Presentation</vt:lpstr>
      <vt:lpstr>PowerPoint Presentation</vt:lpstr>
      <vt:lpstr>Emails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Meklit G</dc:creator>
  <cp:lastModifiedBy>Meklit Gebregiorgis</cp:lastModifiedBy>
  <cp:revision>1</cp:revision>
  <dcterms:created xsi:type="dcterms:W3CDTF">2013-01-27T09:14:16Z</dcterms:created>
  <dcterms:modified xsi:type="dcterms:W3CDTF">2025-08-11T21:09:54Z</dcterms:modified>
</cp:coreProperties>
</file>